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79e9db54d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79e9db54d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79e9db54d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79e9db54d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79e9db54d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79e9db54d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79e9db54d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79e9db54d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79e9db54d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79e9db54d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79e9db54d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79e9db54d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79e9db54d7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79e9db54d7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3fd15ea4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e3fd15ea4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79e9db54d7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79e9db54d7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79e9db54d7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79e9db54d7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79e9db54d7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79e9db54d7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79e9db54d7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79e9db54d7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79e9db54d7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79e9db54d7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79e9db54d7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79e9db54d7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79e9db54d7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79e9db54d7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460650" y="3183225"/>
            <a:ext cx="8222700" cy="17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Team Details</a:t>
            </a:r>
          </a:p>
          <a:p/>
          <a:p>
            <a:r>
              <a:t>Team name: HotspotHunters</a:t>
            </a:r>
          </a:p>
          <a:p>
            <a:r>
              <a:t>Team leader name: Archishman Das</a:t>
            </a:r>
          </a:p>
          <a:p>
            <a:r>
              <a:t>Team size: 1 (Solo)</a:t>
            </a:r>
          </a:p>
          <a:p>
            <a:r>
              <a:t>Problem Statement: AI‑Driven Crime Analytics &amp; Visualization Platform for Karnataka State Police.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/>
        </p:nvSpPr>
        <p:spPr>
          <a:xfrm>
            <a:off x="318650" y="6979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Brief about the solution</a:t>
            </a:r>
          </a:p>
          <a:p/>
          <a:p>
            <a:r>
              <a:t>The KSP Intelligence Portal is a production‑grade distributed intelligence platform that ingests FIR events, persists them to PostgreSQL &amp; ElasticSearch, maintains a sub‑millisecond live hotspot leaderboard in Redis, predicts future hotspots with Random Forest, and translates natural‑language queries via a configurable LLM provider chain. All data is auditable, real‑time, and geospatially visualised.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 txBox="1"/>
          <p:nvPr/>
        </p:nvSpPr>
        <p:spPr>
          <a:xfrm>
            <a:off x="240800" y="7106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Opportunities</a:t>
            </a:r>
          </a:p>
          <a:p/>
          <a:p>
            <a:r>
              <a:t>- How different is it from existing ideas?</a:t>
            </a:r>
          </a:p>
          <a:p>
            <a:r>
              <a:t>- How will it solve the problem?</a:t>
            </a:r>
          </a:p>
          <a:p>
            <a:r>
              <a:t>- Unique Selling Proposition (USP) of the proposed solution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List of features offered by the solution</a:t>
            </a:r>
          </a:p>
          <a:p/>
          <a:p>
            <a:r>
              <a:t>1. Real‑time hotspot leaderboard (Redis Sorted Set)</a:t>
            </a:r>
          </a:p>
          <a:p>
            <a:r>
              <a:t>2. Geospatial search (ElasticSearch geo_point)</a:t>
            </a:r>
          </a:p>
          <a:p>
            <a:r>
              <a:t>3. Predictive risk scoring (Random Forest + Gradient Boosting + SHAP)</a:t>
            </a:r>
          </a:p>
          <a:p>
            <a:r>
              <a:t>4. Natural‑language query translation (LLM provider chain)</a:t>
            </a:r>
          </a:p>
          <a:p>
            <a:r>
              <a:t>5. Offender network graph (PostgreSQL co‑crime edges)</a:t>
            </a:r>
          </a:p>
          <a:p>
            <a:r>
              <a:t>6. Live alert stream (Redis Stream → SSE)</a:t>
            </a:r>
          </a:p>
          <a:p>
            <a:r>
              <a:t>7. Audit trail (append‑only PostgreSQL audit_log)</a:t>
            </a:r>
          </a:p>
          <a:p>
            <a:r>
              <a:t>8. Dashboard KPI cards, trends, cyber‑crime view</a:t>
            </a:r>
          </a:p>
          <a:p>
            <a:r>
              <a:t>9. Multi‑language UI (English &amp; Kannada)</a:t>
            </a:r>
          </a:p>
          <a:p>
            <a:r>
              <a:t>10. Observability (Prometheus + Grafana)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7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7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Process flow / Use‑Case Diagram</a:t>
            </a:r>
          </a:p>
          <a:p/>
          <a:p>
            <a:r>
              <a:t>Data Generator → Kafka (fir‑events) → [IndexingConsumer → PG + ES]</a:t>
            </a:r>
          </a:p>
          <a:p>
            <a:r>
              <a:t>                                         ├─ AggregationConsumer → Redis leaderboard &amp; alerts</a:t>
            </a:r>
          </a:p>
          <a:p>
            <a:r>
              <a:t>                                         └─ AnomalyConsumer → Spike detection → alert‑events</a:t>
            </a:r>
          </a:p>
          <a:p>
            <a:r>
              <a:t>Spring Boot API reads from PG/ES/Redis, proxies to FastAPI ML, serves React SPA.</a:t>
            </a:r>
          </a:p>
          <a:p>
            <a:r>
              <a:t>Live alerts via SSE, predictions via ML service.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8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8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Wireframes / Mock diagrams</a:t>
            </a:r>
          </a:p>
          <a:p/>
          <a:p>
            <a:r>
              <a:t>- Overview dashboard with KPI cards</a:t>
            </a:r>
          </a:p>
          <a:p>
            <a:r>
              <a:t>- Map view (Leaflet heatmap)</a:t>
            </a:r>
          </a:p>
          <a:p>
            <a:r>
              <a:t>- Hotspot leaderboard page</a:t>
            </a:r>
          </a:p>
          <a:p>
            <a:r>
              <a:t>- NL query panel</a:t>
            </a:r>
          </a:p>
          <a:p>
            <a:r>
              <a:t>- Prediction panel (risk scores + SHAP)</a:t>
            </a:r>
          </a:p>
          <a:p>
            <a:r>
              <a:t>- Trends &amp; analytics page</a:t>
            </a:r>
          </a:p>
          <a:p>
            <a:r>
              <a:t>- Audit log viewer</a:t>
            </a:r>
          </a:p>
          <a:p>
            <a:r>
              <a:t>- Network graph visualisation</a:t>
            </a:r>
          </a:p>
          <a:p>
            <a:r>
              <a:t>- Cyber‑crime dashboard</a:t>
            </a:r>
          </a:p>
          <a:p>
            <a:r>
              <a:t>- Settings / language toggle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9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9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Architecture Overview</a:t>
            </a:r>
          </a:p>
          <a:p/>
          <a:p>
            <a:r>
              <a:t>Client (React SPA) ↔ Spring Boot API ↔ PostgreSQL, ElasticSearch, Redis</a:t>
            </a:r>
          </a:p>
          <a:p>
            <a:r>
              <a:t>Spring Boot ↔ FastAPI ML Service (HTTP)</a:t>
            </a:r>
          </a:p>
          <a:p>
            <a:r>
              <a:t>Kafka Signals replace event bus in Catalyst deployment.</a:t>
            </a:r>
          </a:p>
          <a:p>
            <a:r>
              <a:t>All services containerised; health‑checks via Actuator.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0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0"/>
          <p:cNvSpPr txBox="1"/>
          <p:nvPr/>
        </p:nvSpPr>
        <p:spPr>
          <a:xfrm>
            <a:off x="158825" y="855225"/>
            <a:ext cx="87843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Technology Stack</a:t>
            </a:r>
          </a:p>
          <a:p/>
          <a:p>
            <a:r>
              <a:t>Backend: Java 17, Spring Boot 3.4, Kafka, PostgreSQL 16, ElasticSearch 8.14, Redis 7</a:t>
            </a:r>
          </a:p>
          <a:p>
            <a:r>
              <a:t>ML: Python 3.11, FastAPI, scikit‑learn, SHAP, LLM providers (Anthropic, Groq, Gemini)</a:t>
            </a:r>
          </a:p>
          <a:p>
            <a:r>
              <a:t>Frontend: React 18, TypeScript 5, Vite 5, Tailwind, Leaflet, Recharts</a:t>
            </a:r>
          </a:p>
          <a:p>
            <a:r>
              <a:t>Infra: Docker Compose, Prometheus, Grafana, GitHub Actions CI/CD</a:t>
            </a:r>
          </a:p>
          <a:p>
            <a:r>
              <a:t>Deployment: Zoho Catalyst AppSail, Data Store, Cache, Signals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1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1"/>
          <p:cNvSpPr txBox="1"/>
          <p:nvPr/>
        </p:nvSpPr>
        <p:spPr>
          <a:xfrm>
            <a:off x="158825" y="855225"/>
            <a:ext cx="87843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Catalyst Services Used</a:t>
            </a:r>
          </a:p>
          <a:p/>
          <a:p>
            <a:r>
              <a:t>- AppSail (Custom Runtime) – Spring Boot API</a:t>
            </a:r>
          </a:p>
          <a:p>
            <a:r>
              <a:t>- AppSail (Custom Runtime) – Python ML Service</a:t>
            </a:r>
          </a:p>
          <a:p>
            <a:r>
              <a:t>- AppSail (Node.js) – React Frontend</a:t>
            </a:r>
          </a:p>
          <a:p>
            <a:r>
              <a:t>- Data Store – PostgreSQL</a:t>
            </a:r>
          </a:p>
          <a:p>
            <a:r>
              <a:t>- Cache – Redis</a:t>
            </a:r>
          </a:p>
          <a:p>
            <a:r>
              <a:t>- Signals – Event bus (fir‑events, alert‑events, audit‑events)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2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2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Estimated implementation cost (Catalyst)</a:t>
            </a:r>
          </a:p>
          <a:p/>
          <a:p>
            <a:r>
              <a:t>| Service | Plan | Monthly Cost |</a:t>
            </a:r>
          </a:p>
          <a:p>
            <a:r>
              <a:t>|---------|------|--------------|</a:t>
            </a:r>
          </a:p>
          <a:p>
            <a:r>
              <a:t>| Data Store (PostgreSQL) | Starter ($15) | $15 |</a:t>
            </a:r>
          </a:p>
          <a:p>
            <a:r>
              <a:t>| Cache (Redis) | Free | $0 |</a:t>
            </a:r>
          </a:p>
          <a:p>
            <a:r>
              <a:t>| Signals | Free | $0 |</a:t>
            </a:r>
          </a:p>
          <a:p>
            <a:r>
              <a:t>| AppSail API | Starter ($10) | $10 |</a:t>
            </a:r>
          </a:p>
          <a:p>
            <a:r>
              <a:t>| AppSail ML | Starter ($10) | $10 |</a:t>
            </a:r>
          </a:p>
          <a:p>
            <a:r>
              <a:t>| AppSail Frontend | Starter ($10) | $10 |</a:t>
            </a:r>
          </a:p>
          <a:p>
            <a:r>
              <a:t>| **Total** |  | **~$45** |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3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3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Snapshots of the prototype (to be added)</a:t>
            </a:r>
          </a:p>
          <a:p/>
          <a:p>
            <a:r>
              <a:t>[Insert screenshots of Overview, Map view, Leaderboard, NL query, Prediction panel, Live alerts, Audit log, Network graph, Cyber‑crime dashboard]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4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4"/>
          <p:cNvSpPr txBox="1"/>
          <p:nvPr/>
        </p:nvSpPr>
        <p:spPr>
          <a:xfrm>
            <a:off x="158825" y="806350"/>
            <a:ext cx="8796600" cy="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Prototype Performance Report / Benchmarking</a:t>
            </a:r>
          </a:p>
          <a:p/>
          <a:p>
            <a:r>
              <a:t>- Geo search (&lt;150 ms) on 200 K records</a:t>
            </a:r>
          </a:p>
          <a:p>
            <a:r>
              <a:t>- Hotspot API sub‑ms via Redis ZINCRBY</a:t>
            </a:r>
          </a:p>
          <a:p>
            <a:r>
              <a:t>- Kafka consumer lag &lt; 20 msgs at 1 K events/s</a:t>
            </a:r>
          </a:p>
          <a:p>
            <a:r>
              <a:t>- NL query translation ≤ 1.5 s (LLM chain)</a:t>
            </a:r>
          </a:p>
          <a:p>
            <a:r>
              <a:t>- API median latency ~200 ms (p99 &lt; 500 ms)</a:t>
            </a:r>
          </a:p>
          <a:p>
            <a:r>
              <a:t>- Model inference ≤ 300 ms (with SHAP)</a:t>
            </a:r>
          </a:p>
          <a:p>
            <a:r>
              <a:t>- End‑to‑end NL query → map results ≤ 2 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5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5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GitHub – Demo Video – Deployed Link</a:t>
            </a:r>
          </a:p>
          <a:p/>
          <a:p>
            <a:r>
              <a:t>Repository: https://github.com/ArchishmanDas/hotspothunters-ai</a:t>
            </a:r>
          </a:p>
          <a:p>
            <a:r>
              <a:t>Demo video: (to be uploaded)</a:t>
            </a:r>
          </a:p>
          <a:p>
            <a:r>
              <a:t>Catalyst deployed URL: (to be filled after deployment)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6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6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Additional Details / Future Development</a:t>
            </a:r>
          </a:p>
          <a:p/>
          <a:p>
            <a:r>
              <a:t>Roadmap:</a:t>
            </a:r>
          </a:p>
          <a:p>
            <a:r>
              <a:t>- Phase 2: Semantic clustering of modus operandi (sentence embeddings)</a:t>
            </a:r>
          </a:p>
          <a:p>
            <a:r>
              <a:t>- Phase 3: Full Kannada LLM support</a:t>
            </a:r>
          </a:p>
          <a:p>
            <a:r>
              <a:t>- Phase 5: Mobile officer app with push notifications</a:t>
            </a:r>
          </a:p>
          <a:p/>
          <a:p>
            <a:r>
              <a:t>Completed: All core features, CI/CD, Catalyst migration guide, observability, audit logging, SHAP explanations, multi‑language UI.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7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7"/>
          <p:cNvSpPr txBox="1"/>
          <p:nvPr/>
        </p:nvSpPr>
        <p:spPr>
          <a:xfrm>
            <a:off x="146600" y="2249200"/>
            <a:ext cx="8833200" cy="14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8" title="Framwdwdwde 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